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39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486400" cy="5486400"/>
          </a:xfrm>
          <a:prstGeom prst="ellipse">
            <a:avLst/>
          </a:prstGeom>
          <a:solidFill>
            <a:srgbClr val="755FA3">
              <a:alpha val="18000"/>
            </a:srgbClr>
          </a:solidFill>
          <a:ln w="12700">
            <a:solidFill>
              <a:srgbClr val="755FA3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286000"/>
            <a:ext cx="3657600" cy="3657600"/>
          </a:xfrm>
          <a:prstGeom prst="ellipse">
            <a:avLst/>
          </a:prstGeom>
          <a:solidFill>
            <a:srgbClr val="6C5CE7">
              <a:alpha val="15000"/>
            </a:srgbClr>
          </a:solidFill>
          <a:ln w="12700">
            <a:solidFill>
              <a:srgbClr val="6C5CE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280160"/>
            <a:ext cx="36576" cy="2560320"/>
          </a:xfrm>
          <a:prstGeom prst="rect">
            <a:avLst/>
          </a:prstGeom>
          <a:solidFill>
            <a:srgbClr val="BA94CF">
              <a:alpha val="70000"/>
            </a:srgbClr>
          </a:solidFill>
          <a:ln w="12700">
            <a:solidFill>
              <a:srgbClr val="BA94CF">
                <a:alpha val="7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502920"/>
            <a:ext cx="18288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20440" y="1097280"/>
            <a:ext cx="0" cy="2926080"/>
          </a:xfrm>
          <a:prstGeom prst="line">
            <a:avLst/>
          </a:prstGeom>
          <a:noFill/>
          <a:ln w="6350">
            <a:solidFill>
              <a:srgbClr val="BA94CF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188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840480" y="2286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A9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Subtitle or Event Name Goes Here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0480" y="3063240"/>
            <a:ext cx="4846320" cy="502920"/>
          </a:xfrm>
          <a:prstGeom prst="rect">
            <a:avLst/>
          </a:prstGeom>
          <a:solidFill>
            <a:srgbClr val="755FA3">
              <a:alpha val="30000"/>
            </a:srgbClr>
          </a:solidFill>
          <a:ln w="12700">
            <a:solidFill>
              <a:srgbClr val="755FA3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D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"Encouraging you to be the best version of you"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40480" y="3794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|  Date  |  Location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755FA3">
              <a:alpha val="70000"/>
            </a:srgbClr>
          </a:solidFill>
          <a:ln w="12700">
            <a:solidFill>
              <a:srgbClr val="755FA3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7548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www.nicholelifeencourager.com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772400" y="27432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36992" y="18288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82128" y="41148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34747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" y="411480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" y="402336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" y="425196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440" y="418795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55FA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4C3991">
              <a:alpha val="80000"/>
            </a:srgbClr>
          </a:solidFill>
          <a:ln w="12700">
            <a:solidFill>
              <a:srgbClr val="4C3991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-914400"/>
            <a:ext cx="6400800" cy="6400800"/>
          </a:xfrm>
          <a:prstGeom prst="ellipse">
            <a:avLst/>
          </a:prstGeom>
          <a:solidFill>
            <a:srgbClr val="DDBEDF">
              <a:alpha val="12000"/>
            </a:srgbClr>
          </a:solidFill>
          <a:ln w="12700">
            <a:solidFill>
              <a:srgbClr val="DDBEDF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97680" y="502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rgbClr val="DDBE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4297680" y="1325880"/>
            <a:ext cx="411480" cy="36576"/>
          </a:xfrm>
          <a:prstGeom prst="rect">
            <a:avLst/>
          </a:prstGeom>
          <a:solidFill>
            <a:srgbClr val="BA94CF"/>
          </a:solidFill>
          <a:ln w="12700">
            <a:solidFill>
              <a:srgbClr val="BA94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97680" y="15544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Section Title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Goes Here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297680" y="31089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D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description or key message for this section. Share what participants will discover and how it serves their transformation journey.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C3991"/>
          </a:solidFill>
          <a:ln w="12700">
            <a:solidFill>
              <a:srgbClr val="4C399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548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www.nicholelifeencourager.com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046720" y="18288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11312" y="9144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56448" y="32004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0" y="25603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DBEDF">
              <a:alpha val="60000"/>
            </a:srgbClr>
          </a:solidFill>
          <a:ln w="12700">
            <a:solidFill>
              <a:srgbClr val="DDBED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22960"/>
          </a:xfrm>
          <a:prstGeom prst="rect">
            <a:avLst/>
          </a:prstGeom>
          <a:solidFill>
            <a:srgbClr val="755FA3"/>
          </a:solidFill>
          <a:ln w="12700">
            <a:solidFill>
              <a:srgbClr val="755F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C39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Title Goes Here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621792" cy="621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00584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94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005840"/>
            <a:ext cx="4023360" cy="73152"/>
          </a:xfrm>
          <a:prstGeom prst="rect">
            <a:avLst/>
          </a:prstGeom>
          <a:solidFill>
            <a:srgbClr val="755FA3"/>
          </a:solidFill>
          <a:ln w="12700">
            <a:solidFill>
              <a:srgbClr val="755F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75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 or Concept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key message, insight, or teaching point here.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or elaboration that helps your audience understand and connect with this concept on their journey.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bullet points here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 supporting notes here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94C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005840"/>
            <a:ext cx="4023360" cy="73152"/>
          </a:xfrm>
          <a:prstGeom prst="rect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7492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37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Point or Concept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749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key message, insight, or teaching point here.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or elaboration that helps your audience understand and connect with this concept on their journey.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bullet points here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 supporting notes here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C3991"/>
          </a:solidFill>
          <a:ln w="12700">
            <a:solidFill>
              <a:srgbClr val="4C399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1645920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www.nicholelifeencourager.com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C3991"/>
          </a:solidFill>
          <a:ln w="12700">
            <a:solidFill>
              <a:srgbClr val="4C39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Areas / Four-Point Layout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"/>
            <a:ext cx="621792" cy="621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55F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91440" cy="1645920"/>
          </a:xfrm>
          <a:prstGeom prst="rect">
            <a:avLst/>
          </a:prstGeom>
          <a:solidFill>
            <a:srgbClr val="755FA3"/>
          </a:solidFill>
          <a:ln w="12700">
            <a:solidFill>
              <a:srgbClr val="755FA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" y="1143000"/>
            <a:ext cx="411480" cy="411480"/>
          </a:xfrm>
          <a:prstGeom prst="ellipse">
            <a:avLst/>
          </a:prstGeom>
          <a:solidFill>
            <a:srgbClr val="755FA3">
              <a:alpha val="85000"/>
            </a:srgbClr>
          </a:solidFill>
          <a:ln w="12700">
            <a:solidFill>
              <a:srgbClr val="755FA3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5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Growth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" y="166420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life area and how it connects to transformation and becoming your best self.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05840"/>
            <a:ext cx="91440" cy="1645920"/>
          </a:xfrm>
          <a:prstGeom prst="rect">
            <a:avLst/>
          </a:prstGeom>
          <a:solidFill>
            <a:srgbClr val="9370DB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47488" y="1143000"/>
            <a:ext cx="411480" cy="411480"/>
          </a:xfrm>
          <a:prstGeom prst="ellipse">
            <a:avLst/>
          </a:prstGeom>
          <a:solidFill>
            <a:srgbClr val="9370DB">
              <a:alpha val="85000"/>
            </a:srgbClr>
          </a:solidFill>
          <a:ln w="12700">
            <a:solidFill>
              <a:srgbClr val="9370DB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47488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59552" y="1143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37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47488" y="166420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life area and how it connects to transformation and becoming your best self.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C5CE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788920"/>
            <a:ext cx="91440" cy="16459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" y="2926080"/>
            <a:ext cx="411480" cy="411480"/>
          </a:xfrm>
          <a:prstGeom prst="ellipse">
            <a:avLst/>
          </a:prstGeom>
          <a:solidFill>
            <a:srgbClr val="6C5CE7">
              <a:alpha val="85000"/>
            </a:srgbClr>
          </a:solidFill>
          <a:ln w="12700">
            <a:solidFill>
              <a:srgbClr val="6C5CE7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87552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Wellness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5488" y="344728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life area and how it connects to transformation and becoming your best self.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46320" y="27889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A94C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788920"/>
            <a:ext cx="91440" cy="1645920"/>
          </a:xfrm>
          <a:prstGeom prst="rect">
            <a:avLst/>
          </a:prstGeom>
          <a:solidFill>
            <a:srgbClr val="BA94CF"/>
          </a:solidFill>
          <a:ln w="12700">
            <a:solidFill>
              <a:srgbClr val="BA94C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47488" y="2926080"/>
            <a:ext cx="411480" cy="411480"/>
          </a:xfrm>
          <a:prstGeom prst="ellipse">
            <a:avLst/>
          </a:prstGeom>
          <a:solidFill>
            <a:srgbClr val="BA94CF">
              <a:alpha val="85000"/>
            </a:srgbClr>
          </a:solidFill>
          <a:ln w="12700">
            <a:solidFill>
              <a:srgbClr val="BA94CF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47488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59552" y="2926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A9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&amp; Purpose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47488" y="3447288"/>
            <a:ext cx="3621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this life area and how it connects to transformation and becoming your best self.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4C3991"/>
          </a:solidFill>
          <a:ln w="12700">
            <a:solidFill>
              <a:srgbClr val="4C3991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1645920" cy="310896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4360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www.nicholelifeencourager.com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C39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4572000"/>
          </a:xfrm>
          <a:prstGeom prst="ellipse">
            <a:avLst/>
          </a:prstGeom>
          <a:solidFill>
            <a:srgbClr val="755FA3">
              <a:alpha val="20000"/>
            </a:srgbClr>
          </a:solidFill>
          <a:ln w="12700">
            <a:solidFill>
              <a:srgbClr val="755FA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C5CE7">
              <a:alpha val="18000"/>
            </a:srgbClr>
          </a:solidFill>
          <a:ln w="12700">
            <a:solidFill>
              <a:srgbClr val="6C5CE7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BA9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inspirational quote, key truth, or powerful affirmation goes here. Make it bold, make it memorable.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spc="100" kern="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 or Author Name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02336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755FA3">
              <a:alpha val="70000"/>
            </a:srgbClr>
          </a:solidFill>
          <a:ln w="12700">
            <a:solidFill>
              <a:srgbClr val="755FA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5488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A9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www.nicholelifeencourager.com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046720" y="18288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11312" y="9144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56448" y="32004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25603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C39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5029200" cy="5029200"/>
          </a:xfrm>
          <a:prstGeom prst="ellipse">
            <a:avLst/>
          </a:prstGeom>
          <a:solidFill>
            <a:srgbClr val="755FA3">
              <a:alpha val="22000"/>
            </a:srgbClr>
          </a:solidFill>
          <a:ln w="12700">
            <a:solidFill>
              <a:srgbClr val="755FA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6C5CE7">
              <a:alpha val="15000"/>
            </a:srgbClr>
          </a:solidFill>
          <a:ln w="12700">
            <a:solidFill>
              <a:srgbClr val="6C5CE7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91440"/>
            <a:ext cx="246888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100" kern="0" dirty="0">
                <a:solidFill>
                  <a:srgbClr val="BA94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Encouraged. Be Transformed. Be You.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732020"/>
            <a:ext cx="9144000" cy="411480"/>
          </a:xfrm>
          <a:prstGeom prst="rect">
            <a:avLst/>
          </a:prstGeom>
          <a:solidFill>
            <a:srgbClr val="755FA3">
              <a:alpha val="80000"/>
            </a:srgbClr>
          </a:solidFill>
          <a:ln w="12700">
            <a:solidFill>
              <a:srgbClr val="755FA3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745736"/>
            <a:ext cx="9144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hello@nicholelifeencourager.com   |   www.nicholelifeencourager.com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46720" y="27432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18288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56448" y="41148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55280" y="34747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274320"/>
            <a:ext cx="128016" cy="128016"/>
          </a:xfrm>
          <a:prstGeom prst="ellipse">
            <a:avLst/>
          </a:prstGeom>
          <a:solidFill>
            <a:srgbClr val="BA94CF">
              <a:alpha val="80000"/>
            </a:srgbClr>
          </a:solidFill>
          <a:ln w="12700">
            <a:solidFill>
              <a:srgbClr val="BA94CF">
                <a:alpha val="8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" y="182880"/>
            <a:ext cx="91440" cy="91440"/>
          </a:xfrm>
          <a:prstGeom prst="ellipse">
            <a:avLst/>
          </a:prstGeom>
          <a:solidFill>
            <a:srgbClr val="9370DB">
              <a:alpha val="70000"/>
            </a:srgbClr>
          </a:solidFill>
          <a:ln w="12700">
            <a:solidFill>
              <a:srgbClr val="9370DB">
                <a:alpha val="7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411480"/>
            <a:ext cx="109728" cy="109728"/>
          </a:xfrm>
          <a:prstGeom prst="ellipse">
            <a:avLst/>
          </a:prstGeom>
          <a:solidFill>
            <a:srgbClr val="DDBEDF">
              <a:alpha val="75000"/>
            </a:srgbClr>
          </a:solidFill>
          <a:ln w="12700">
            <a:solidFill>
              <a:srgbClr val="DDBEDF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" y="347472"/>
            <a:ext cx="73152" cy="73152"/>
          </a:xfrm>
          <a:prstGeom prst="ellipse">
            <a:avLst/>
          </a:prstGeom>
          <a:solidFill>
            <a:srgbClr val="755FA3">
              <a:alpha val="60000"/>
            </a:srgbClr>
          </a:solidFill>
          <a:ln w="12700">
            <a:solidFill>
              <a:srgbClr val="755FA3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Nichole Life Encourager – Brand Template</dc:title>
  <dc:subject>PptxGenJS Presentation</dc:subject>
  <dc:creator>Nichole Life Encourager</dc:creator>
  <cp:lastModifiedBy>Nichole Life Encourager</cp:lastModifiedBy>
  <cp:revision>1</cp:revision>
  <dcterms:created xsi:type="dcterms:W3CDTF">2026-03-18T15:51:28Z</dcterms:created>
  <dcterms:modified xsi:type="dcterms:W3CDTF">2026-03-18T15:51:28Z</dcterms:modified>
</cp:coreProperties>
</file>